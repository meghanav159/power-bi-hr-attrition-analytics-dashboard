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8"/>
  </p:notesMasterIdLst>
  <p:sldIdLst>
    <p:sldId id="256" r:id="rId3"/>
    <p:sldId id="571" r:id="rId4"/>
    <p:sldId id="572" r:id="rId5"/>
    <p:sldId id="573" r:id="rId6"/>
    <p:sldId id="574" r:id="rId7"/>
    <p:sldId id="580" r:id="rId8"/>
    <p:sldId id="575" r:id="rId9"/>
    <p:sldId id="581" r:id="rId10"/>
    <p:sldId id="582" r:id="rId11"/>
    <p:sldId id="584" r:id="rId12"/>
    <p:sldId id="585" r:id="rId13"/>
    <p:sldId id="577" r:id="rId14"/>
    <p:sldId id="579" r:id="rId15"/>
    <p:sldId id="578" r:id="rId16"/>
    <p:sldId id="536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66" d="100"/>
          <a:sy n="66" d="100"/>
        </p:scale>
        <p:origin x="644" y="44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VxwFm2YHOb_PR4iJK-e70u4IqEgW-zun/view?usp=drive_link" TargetMode="External"/><Relationship Id="rId2" Type="http://schemas.openxmlformats.org/officeDocument/2006/relationships/hyperlink" Target="https://drive.google.com/file/d/1VoGnx0shLf9QsdmGrEuTZaujBM5T4Dxy/view?usp=sharin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434213" y="105633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IN" b="1" dirty="0"/>
              <a:t>HR ATTRITION ANALYTICS </a:t>
            </a:r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586858" cy="2506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V MEGHANA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OSMANIA UNIVERSITY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BUSINESS MANAGEMENT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autodidact.technocrat1609@gmail.com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Development Approach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Result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Employee attrition is a critical issue in human resource management as high</a:t>
            </a:r>
            <a:br>
              <a:rPr lang="en-US" sz="2400" dirty="0"/>
            </a:br>
            <a:r>
              <a:rPr lang="en-US" sz="2400" dirty="0"/>
              <a:t>turnover rates lead to increased recruitment cost, loss of experienced employees, reduced productivity, and negative impact on organizational performance.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Modern organizations maintain large volumes of employee data including</a:t>
            </a:r>
            <a:br>
              <a:rPr lang="en-US" sz="2400" dirty="0"/>
            </a:br>
            <a:r>
              <a:rPr lang="en-US" sz="2400" dirty="0"/>
              <a:t>demographics, job role, salary, department, education, experience, and</a:t>
            </a:r>
            <a:br>
              <a:rPr lang="en-US" sz="2400" dirty="0"/>
            </a:br>
            <a:r>
              <a:rPr lang="en-US" sz="2400" dirty="0"/>
              <a:t>performance metrics. However, without proper analytical tools, it becomes</a:t>
            </a:r>
            <a:br>
              <a:rPr lang="en-US" sz="2400" dirty="0"/>
            </a:br>
            <a:r>
              <a:rPr lang="en-US" sz="2400" dirty="0"/>
              <a:t>difficult to identify the key factors influencing employee attrition.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304306"/>
            <a:ext cx="11234988" cy="50964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/>
              <a:t>The proposed solution is an HR  Attrition Analytics Dashboard built using Power BI.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The steps include:</a:t>
            </a:r>
            <a:br>
              <a:rPr lang="en-US" sz="2000" dirty="0"/>
            </a:br>
            <a:r>
              <a:rPr lang="en-US" sz="2000" dirty="0"/>
              <a:t>• Import HR dataset</a:t>
            </a:r>
            <a:br>
              <a:rPr lang="en-US" sz="2000" dirty="0"/>
            </a:br>
            <a:r>
              <a:rPr lang="en-US" sz="2000" dirty="0"/>
              <a:t>• Clean and transform data</a:t>
            </a:r>
            <a:br>
              <a:rPr lang="en-US" sz="2000" dirty="0"/>
            </a:br>
            <a:r>
              <a:rPr lang="en-US" sz="2000" dirty="0"/>
              <a:t>• Create interactive dashboard</a:t>
            </a:r>
            <a:br>
              <a:rPr lang="en-US" sz="2000" dirty="0"/>
            </a:br>
            <a:r>
              <a:rPr lang="en-US" sz="2000" dirty="0"/>
              <a:t>• Show employee statistics visually</a:t>
            </a:r>
            <a:br>
              <a:rPr lang="en-US" sz="2000" dirty="0"/>
            </a:br>
            <a:r>
              <a:rPr lang="en-US" sz="2000" dirty="0"/>
              <a:t>• Help HR team take better decisions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Features:</a:t>
            </a:r>
            <a:br>
              <a:rPr lang="en-US" sz="2000" dirty="0"/>
            </a:br>
            <a:r>
              <a:rPr lang="en-US" sz="2000" dirty="0"/>
              <a:t>• Attrition analysis</a:t>
            </a:r>
            <a:br>
              <a:rPr lang="en-US" sz="2000" dirty="0"/>
            </a:br>
            <a:r>
              <a:rPr lang="en-US" sz="2000" dirty="0"/>
              <a:t>• Department wise employees</a:t>
            </a:r>
            <a:br>
              <a:rPr lang="en-US" sz="2000" dirty="0"/>
            </a:br>
            <a:r>
              <a:rPr lang="en-US" sz="2000" dirty="0"/>
              <a:t>• Salary analysis</a:t>
            </a:r>
            <a:br>
              <a:rPr lang="en-US" sz="2000" dirty="0"/>
            </a:br>
            <a:r>
              <a:rPr lang="en-US" sz="2000" dirty="0"/>
              <a:t>• Job role analysis</a:t>
            </a:r>
            <a:br>
              <a:rPr lang="en-US" sz="2000" dirty="0"/>
            </a:br>
            <a:r>
              <a:rPr lang="en-US" sz="2000" dirty="0"/>
              <a:t>• Gender distribution</a:t>
            </a:r>
            <a:br>
              <a:rPr lang="en-US" sz="2000" dirty="0"/>
            </a:br>
            <a:r>
              <a:rPr lang="en-US" sz="2000" dirty="0"/>
              <a:t>• Risk Modelling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2000" dirty="0"/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032" y="1532706"/>
            <a:ext cx="10515600" cy="425196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400" dirty="0"/>
              <a:t>Step 1 – Problem Identification</a:t>
            </a:r>
            <a:br>
              <a:rPr lang="en-US" sz="2400" dirty="0"/>
            </a:br>
            <a:r>
              <a:rPr lang="en-US" sz="2400" dirty="0"/>
              <a:t>Studied HR Analytics domain and identified employee attrition as a major</a:t>
            </a:r>
            <a:br>
              <a:rPr lang="en-US" sz="2400" dirty="0"/>
            </a:br>
            <a:r>
              <a:rPr lang="en-US" sz="2400" dirty="0"/>
              <a:t>problem affecting organizational performance and cost.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Step 2 – Data Collection</a:t>
            </a:r>
            <a:br>
              <a:rPr lang="en-US" sz="2400" dirty="0"/>
            </a:br>
            <a:r>
              <a:rPr lang="en-US" sz="2400" dirty="0"/>
              <a:t>Collected HR employee dataset containing information such as</a:t>
            </a:r>
            <a:br>
              <a:rPr lang="en-US" sz="2400" dirty="0"/>
            </a:br>
            <a:r>
              <a:rPr lang="en-US" sz="2400" dirty="0"/>
              <a:t>age, department, salary, job role, education, experience,</a:t>
            </a:r>
            <a:br>
              <a:rPr lang="en-US" sz="2400" dirty="0"/>
            </a:br>
            <a:r>
              <a:rPr lang="en-US" sz="2400" dirty="0"/>
              <a:t>and attrition status.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Step 3 – Data Understanding</a:t>
            </a:r>
            <a:br>
              <a:rPr lang="en-US" sz="2400" dirty="0"/>
            </a:br>
            <a:r>
              <a:rPr lang="en-US" sz="2400" dirty="0"/>
              <a:t>Analyzed dataset structure and identified important fields</a:t>
            </a:r>
            <a:br>
              <a:rPr lang="en-US" sz="2400" dirty="0"/>
            </a:br>
            <a:r>
              <a:rPr lang="en-US" sz="2400" dirty="0"/>
              <a:t>required for attrition analysis.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Step 4 – Data Cleaning &amp; Preprocessing</a:t>
            </a:r>
            <a:br>
              <a:rPr lang="en-US" sz="2400" dirty="0"/>
            </a:br>
            <a:r>
              <a:rPr lang="en-US" sz="2400" dirty="0"/>
              <a:t>Handled missing values</a:t>
            </a:r>
            <a:br>
              <a:rPr lang="en-US" sz="2400" dirty="0"/>
            </a:br>
            <a:r>
              <a:rPr lang="en-US" sz="2400" dirty="0"/>
              <a:t>Checked data types</a:t>
            </a:r>
            <a:br>
              <a:rPr lang="en-US" sz="2400" dirty="0"/>
            </a:br>
            <a:r>
              <a:rPr lang="en-US" sz="2400" dirty="0"/>
              <a:t>Removed errors and duplicates</a:t>
            </a:r>
            <a:br>
              <a:rPr lang="en-US" sz="2400" dirty="0"/>
            </a:br>
            <a:r>
              <a:rPr lang="en-US" sz="2400" dirty="0"/>
              <a:t>Prepared data for analysis using Power BI Power Query.</a:t>
            </a:r>
            <a:br>
              <a:rPr lang="en-US" sz="2400" dirty="0"/>
            </a:br>
            <a:endParaRPr lang="en-GB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6B17A-053A-BDA7-2E42-7C172CC2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2923-2AE7-AFE9-AEE2-A41213932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9"/>
            <a:ext cx="10515600" cy="89744"/>
          </a:xfrm>
        </p:spPr>
        <p:txBody>
          <a:bodyPr lIns="91440" tIns="45720" rIns="91440" bIns="45720" anchor="t">
            <a:normAutofit fontScale="90000"/>
          </a:bodyPr>
          <a:lstStyle/>
          <a:p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CECC8-C53B-94CE-DFCB-52A0D44CA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29" y="858936"/>
            <a:ext cx="11338785" cy="558998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dirty="0"/>
              <a:t>Step 5 – Data Modeling</a:t>
            </a:r>
            <a:br>
              <a:rPr lang="en-US" sz="2000" dirty="0"/>
            </a:br>
            <a:r>
              <a:rPr lang="en-US" sz="2000" dirty="0"/>
              <a:t>Created relationships and measures to calculate:</a:t>
            </a:r>
            <a:br>
              <a:rPr lang="en-US" sz="2000" dirty="0"/>
            </a:br>
            <a:r>
              <a:rPr lang="en-US" sz="2000" dirty="0"/>
              <a:t>• Attrition Rate</a:t>
            </a:r>
            <a:br>
              <a:rPr lang="en-US" sz="2000" dirty="0"/>
            </a:br>
            <a:r>
              <a:rPr lang="en-US" sz="2000" dirty="0"/>
              <a:t>• Total Employees</a:t>
            </a:r>
            <a:br>
              <a:rPr lang="en-US" sz="2000" dirty="0"/>
            </a:br>
            <a:r>
              <a:rPr lang="en-US" sz="2000" dirty="0"/>
              <a:t>• Active Employees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Step 6 – Data Analysis</a:t>
            </a:r>
            <a:br>
              <a:rPr lang="en-US" sz="2000" dirty="0"/>
            </a:br>
            <a:r>
              <a:rPr lang="en-US" sz="2000" dirty="0"/>
              <a:t>Performed attrition analysis based on:</a:t>
            </a:r>
            <a:br>
              <a:rPr lang="en-US" sz="2000" dirty="0"/>
            </a:br>
            <a:r>
              <a:rPr lang="en-US" sz="2000" dirty="0"/>
              <a:t>• Department</a:t>
            </a:r>
            <a:br>
              <a:rPr lang="en-US" sz="2000" dirty="0"/>
            </a:br>
            <a:r>
              <a:rPr lang="en-US" sz="2000" dirty="0"/>
              <a:t>• Age group</a:t>
            </a:r>
            <a:br>
              <a:rPr lang="en-US" sz="2000" dirty="0"/>
            </a:br>
            <a:r>
              <a:rPr lang="en-US" sz="2000" dirty="0"/>
              <a:t>• Salary range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Step 7 – Dashboard Development</a:t>
            </a:r>
            <a:br>
              <a:rPr lang="en-US" sz="2000" dirty="0"/>
            </a:br>
            <a:r>
              <a:rPr lang="en-US" sz="2000" dirty="0"/>
              <a:t>Designed interactive HR Analytics Dashboard in Power BI</a:t>
            </a:r>
            <a:br>
              <a:rPr lang="en-US" sz="2000" dirty="0"/>
            </a:br>
            <a:r>
              <a:rPr lang="en-US" sz="2000" dirty="0"/>
              <a:t>using charts, cards, slicers, and filters.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Step 8 – Result Interpretation</a:t>
            </a:r>
            <a:br>
              <a:rPr lang="en-US" sz="2000" dirty="0"/>
            </a:br>
            <a:r>
              <a:rPr lang="en-US" sz="2000" dirty="0"/>
              <a:t>Observed patterns and trends in attrition to help</a:t>
            </a:r>
            <a:br>
              <a:rPr lang="en-US" sz="2000" dirty="0"/>
            </a:br>
            <a:r>
              <a:rPr lang="en-US" sz="2000" dirty="0"/>
              <a:t>HR understand reasons for employee turnover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9258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200" b="1" u="sng" dirty="0"/>
              <a:t>Data Transformation &amp; Analysis:</a:t>
            </a:r>
            <a:br>
              <a:rPr lang="en-US" sz="2200" dirty="0"/>
            </a:br>
            <a:br>
              <a:rPr lang="en-US" sz="2200" b="1" dirty="0"/>
            </a:br>
            <a:r>
              <a:rPr lang="en-US" sz="2200" b="1" dirty="0"/>
              <a:t>Step 1 – Data Import</a:t>
            </a:r>
            <a:br>
              <a:rPr lang="en-US" sz="2200" dirty="0"/>
            </a:br>
            <a:r>
              <a:rPr lang="en-US" sz="2200" dirty="0"/>
              <a:t>Imported HR Analytics dataset (CSV) into Power BI.</a:t>
            </a:r>
            <a:br>
              <a:rPr lang="en-US" sz="2200" dirty="0"/>
            </a:br>
            <a:br>
              <a:rPr lang="en-US" sz="2200" dirty="0"/>
            </a:br>
            <a:r>
              <a:rPr lang="en-US" sz="2200" b="1" dirty="0"/>
              <a:t>Step 2 – Data Cleaning (Power Query)</a:t>
            </a:r>
            <a:br>
              <a:rPr lang="en-US" sz="2200" dirty="0"/>
            </a:br>
            <a:r>
              <a:rPr lang="en-US" sz="2200" dirty="0"/>
              <a:t>• Removed null values</a:t>
            </a:r>
            <a:br>
              <a:rPr lang="en-US" sz="2200" dirty="0"/>
            </a:br>
            <a:r>
              <a:rPr lang="en-US" sz="2200" dirty="0"/>
              <a:t>• Checked column data types</a:t>
            </a:r>
            <a:br>
              <a:rPr lang="en-US" sz="2200" dirty="0"/>
            </a:br>
            <a:r>
              <a:rPr lang="en-US" sz="2200" dirty="0"/>
              <a:t>• Renamed columns</a:t>
            </a:r>
            <a:br>
              <a:rPr lang="en-US" sz="2200" dirty="0"/>
            </a:br>
            <a:r>
              <a:rPr lang="en-US" sz="2200" dirty="0"/>
              <a:t>• Removed unwanted columns</a:t>
            </a:r>
            <a:br>
              <a:rPr lang="en-US" sz="2200" dirty="0"/>
            </a:br>
            <a:r>
              <a:rPr lang="en-US" sz="2200" dirty="0"/>
              <a:t>• Corrected categorical values</a:t>
            </a:r>
            <a:br>
              <a:rPr lang="en-US" sz="2200" dirty="0"/>
            </a:br>
            <a:br>
              <a:rPr lang="en-US" sz="2200" b="1" dirty="0"/>
            </a:br>
            <a:r>
              <a:rPr lang="en-US" sz="2200" b="1" dirty="0"/>
              <a:t>Step 3 – Data Transformation</a:t>
            </a:r>
            <a:br>
              <a:rPr lang="en-US" sz="2200" b="1" dirty="0"/>
            </a:br>
            <a:r>
              <a:rPr lang="en-US" sz="2200" dirty="0"/>
              <a:t>• Converted salary and age to numeric format</a:t>
            </a:r>
            <a:br>
              <a:rPr lang="en-US" sz="2200" dirty="0"/>
            </a:br>
            <a:r>
              <a:rPr lang="en-US" sz="2200" dirty="0"/>
              <a:t>• Grouped fields where required</a:t>
            </a:r>
            <a:br>
              <a:rPr lang="en-US" sz="2200" dirty="0"/>
            </a:br>
            <a:r>
              <a:rPr lang="en-US" sz="2200" dirty="0"/>
              <a:t>• Created calculated columns</a:t>
            </a:r>
            <a:br>
              <a:rPr lang="en-US" sz="2200" dirty="0"/>
            </a:br>
            <a:r>
              <a:rPr lang="en-US" sz="2200" dirty="0"/>
              <a:t>• Formatted date / number fields</a:t>
            </a:r>
            <a:br>
              <a:rPr lang="en-US" sz="2200" dirty="0"/>
            </a:br>
            <a:br>
              <a:rPr lang="en-US" sz="2200" b="1" dirty="0"/>
            </a:br>
            <a:r>
              <a:rPr lang="en-US" sz="2200" b="1" dirty="0"/>
              <a:t>Step 4 – Data Modeling</a:t>
            </a:r>
            <a:br>
              <a:rPr lang="en-US" sz="2200" dirty="0"/>
            </a:br>
            <a:r>
              <a:rPr lang="en-US" sz="2200" dirty="0"/>
              <a:t>• Created relationships between tables (if any)</a:t>
            </a:r>
            <a:br>
              <a:rPr lang="en-US" sz="2200" dirty="0"/>
            </a:br>
            <a:r>
              <a:rPr lang="en-US" sz="2200" dirty="0"/>
              <a:t>• Defined primary fields for analysis</a:t>
            </a:r>
            <a:br>
              <a:rPr lang="en-US" sz="2200" dirty="0"/>
            </a:br>
            <a:br>
              <a:rPr lang="en-US" sz="1600" dirty="0"/>
            </a:br>
            <a:endParaRPr lang="en-GB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00D8-CE3C-323B-5A28-20C8E5CF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4772-7241-7E8A-3B81-3B74600B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3C628-1017-75A1-3809-AC6CBB5AE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400" b="1" dirty="0"/>
              <a:t>Step 5: Perform Attrition Analysis</a:t>
            </a:r>
            <a:br>
              <a:rPr lang="en-US" sz="2400" dirty="0"/>
            </a:br>
            <a:r>
              <a:rPr lang="en-US" sz="2400" dirty="0"/>
              <a:t>Compare attrition by department</a:t>
            </a:r>
            <a:br>
              <a:rPr lang="en-US" sz="2400" dirty="0"/>
            </a:br>
            <a:r>
              <a:rPr lang="en-US" sz="2400" dirty="0"/>
              <a:t>Compare attrition by age</a:t>
            </a:r>
            <a:br>
              <a:rPr lang="en-US" sz="2400" dirty="0"/>
            </a:br>
            <a:r>
              <a:rPr lang="en-US" sz="2400" dirty="0"/>
              <a:t>Compare attrition by salary</a:t>
            </a:r>
            <a:br>
              <a:rPr lang="en-US" sz="2400" dirty="0"/>
            </a:br>
            <a:r>
              <a:rPr lang="en-US" sz="2400" dirty="0"/>
              <a:t>Compare attrition by job role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Step 6: Create Dashboard</a:t>
            </a:r>
            <a:br>
              <a:rPr lang="en-US" sz="2400" dirty="0"/>
            </a:br>
            <a:r>
              <a:rPr lang="en-US" sz="2400" dirty="0"/>
              <a:t>Add charts and KPI cards</a:t>
            </a:r>
            <a:br>
              <a:rPr lang="en-US" sz="2400" dirty="0"/>
            </a:br>
            <a:r>
              <a:rPr lang="en-US" sz="2400" dirty="0"/>
              <a:t>Add filters and slicers</a:t>
            </a:r>
            <a:br>
              <a:rPr lang="en-US" sz="2400" dirty="0"/>
            </a:br>
            <a:r>
              <a:rPr lang="en-US" sz="2400" dirty="0"/>
              <a:t>Design interactive layout</a:t>
            </a:r>
            <a:br>
              <a:rPr lang="en-US" sz="2400" dirty="0"/>
            </a:br>
            <a:br>
              <a:rPr lang="en-US" sz="2400" b="1" dirty="0"/>
            </a:br>
            <a:r>
              <a:rPr lang="en-US" sz="2400" b="1" dirty="0"/>
              <a:t>Step 7: Generate Insights</a:t>
            </a:r>
            <a:br>
              <a:rPr lang="en-US" sz="2400" dirty="0"/>
            </a:br>
            <a:r>
              <a:rPr lang="en-US" sz="2400" dirty="0"/>
              <a:t>Identify high attrition areas</a:t>
            </a:r>
            <a:br>
              <a:rPr lang="en-US" sz="2400" dirty="0"/>
            </a:br>
            <a:r>
              <a:rPr lang="en-US" sz="2400" dirty="0"/>
              <a:t>Understand employee trends by preparing Risk Model</a:t>
            </a:r>
            <a:br>
              <a:rPr lang="en-US" sz="2400" dirty="0"/>
            </a:br>
            <a:r>
              <a:rPr lang="en-US" sz="2400" dirty="0"/>
              <a:t>Support HR decision making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Step 8: Deploy Dashboard</a:t>
            </a:r>
            <a:br>
              <a:rPr lang="en-US" sz="2400" dirty="0"/>
            </a:br>
            <a:r>
              <a:rPr lang="en-US" sz="2400" dirty="0"/>
              <a:t>Save Power BI file</a:t>
            </a:r>
            <a:br>
              <a:rPr lang="en-US" sz="2400" dirty="0"/>
            </a:br>
            <a:r>
              <a:rPr lang="en-US" sz="2400" dirty="0"/>
              <a:t>Refresh data when needed</a:t>
            </a:r>
            <a:br>
              <a:rPr lang="en-US" sz="2400" dirty="0"/>
            </a:br>
            <a:r>
              <a:rPr lang="en-US" sz="2400" dirty="0"/>
              <a:t>Use dashboard for analysis</a:t>
            </a:r>
            <a:br>
              <a:rPr lang="en-US" sz="2200" dirty="0"/>
            </a:br>
            <a:br>
              <a:rPr lang="en-US" sz="1600" dirty="0"/>
            </a:b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2250214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B53C4-8E33-3C7C-BA7B-218D46A9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6D1A-AE63-0B21-0655-9804EE16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627482" cy="1052295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9DA4D-C13E-384E-9FDA-4BD2BEA3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32" y="1280160"/>
            <a:ext cx="11989868" cy="422549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Result 1</a:t>
            </a:r>
            <a:r>
              <a:rPr lang="en-US" sz="2200" dirty="0"/>
              <a:t>: HR Attrition Analytics Dashboard	 	</a:t>
            </a:r>
            <a:r>
              <a:rPr lang="en-US" sz="2200" b="1" dirty="0"/>
              <a:t>Result 2:  </a:t>
            </a:r>
            <a:r>
              <a:rPr lang="en-US" sz="2200" dirty="0"/>
              <a:t>Risk Modelling</a:t>
            </a:r>
            <a:endParaRPr lang="en-US" sz="2200" b="1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E32EE-F9A3-8784-6924-1EEA27D6F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146" y="1754087"/>
            <a:ext cx="5725287" cy="3202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A8A119-EA6B-A2B8-A8E0-54D38ED68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7" y="1754087"/>
            <a:ext cx="5944822" cy="32029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230441-DD9C-92D1-BEAB-511CA81144EE}"/>
              </a:ext>
            </a:extLst>
          </p:cNvPr>
          <p:cNvSpPr txBox="1"/>
          <p:nvPr/>
        </p:nvSpPr>
        <p:spPr>
          <a:xfrm>
            <a:off x="86628" y="5188016"/>
            <a:ext cx="59448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dashboard presents key KPI Metrics such as Count of Employees, Attrition, Attrition rate, Avg Salary and Attrition analysis by Education ,Age, Gender, Job satisfaction, Salary, Tenure and Job role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8DBF2-04F2-2445-DF7A-3F4904565838}"/>
              </a:ext>
            </a:extLst>
          </p:cNvPr>
          <p:cNvSpPr txBox="1"/>
          <p:nvPr/>
        </p:nvSpPr>
        <p:spPr>
          <a:xfrm>
            <a:off x="6171540" y="5188016"/>
            <a:ext cx="5725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extension of Attrition Analysis by building Risk Model based on work- life balance, job satisfaction and overtime and analyzing the potential attrition risk to be mitigated to help in attrition control HR decision 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838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D106-2758-8AAB-34A1-92C73684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9500-C765-6E46-3BCE-5F821300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5BCCA-6717-8443-E0C1-683A17BD6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Link to Dashboard:  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  <a:hlinkClick r:id="rId2"/>
              </a:rPr>
              <a:t>https://drive.google.com/file/d/1VoGnx0shLf9QsdmGrEuTZaujBM5T4Dxy/view?usp=sharing.</a:t>
            </a:r>
            <a:endParaRPr lang="en-IN" sz="2200" dirty="0"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Link to Data-set :</a:t>
            </a:r>
          </a:p>
          <a:p>
            <a:pPr marL="0" indent="0">
              <a:buNone/>
            </a:pPr>
            <a:r>
              <a:rPr lang="en-US" sz="2200" dirty="0">
                <a:hlinkClick r:id="rId3"/>
              </a:rPr>
              <a:t>https://drive.google.com/file/d/1VxwFm2YHOb_PR4iJK-e70u4IqEgW-zun/view?usp=drive_link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91831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1D621-22CE-72B7-A38B-0228CC29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132A-BB38-CCEA-DF0B-2E1B1AE49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Result and KEY FINDINGS: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EB57E-6323-C941-02E2-9B163F10C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Overall attrition rate is 13.8%.</a:t>
            </a:r>
          </a:p>
          <a:p>
            <a:r>
              <a:rPr lang="en-US" dirty="0"/>
              <a:t>Highest attrition occurs in 26–35 age group.</a:t>
            </a:r>
          </a:p>
          <a:p>
            <a:r>
              <a:rPr lang="en-US" dirty="0"/>
              <a:t>Employees with salary below 5K show highest turnover.</a:t>
            </a:r>
          </a:p>
          <a:p>
            <a:r>
              <a:rPr lang="en-US" dirty="0"/>
              <a:t>Overtime employees have significantly higher attrition.</a:t>
            </a:r>
          </a:p>
          <a:p>
            <a:r>
              <a:rPr lang="en-US" dirty="0"/>
              <a:t>Poor work-life balance increases employee exits.</a:t>
            </a:r>
          </a:p>
          <a:p>
            <a:r>
              <a:rPr lang="en-US" dirty="0"/>
              <a:t>Medium and High-risk employees contribute most to attrition.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5863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The HR Attrition Analytics dashboard successfully identifies major drivers of employee turnover. The analysis shows that compensation, workload, work-life balance, and job roles strongly influence attrition.</a:t>
            </a:r>
          </a:p>
          <a:p>
            <a:r>
              <a:rPr lang="en-US" dirty="0"/>
              <a:t>The interactive dashboard enables HR professionals to monitor workforce trends and take preventive actions, improving employee retention and organizational efficiency.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r>
              <a:rPr lang="en-IN" dirty="0"/>
              <a:t>Implement machine learning models for attrition prediction.</a:t>
            </a:r>
          </a:p>
          <a:p>
            <a:r>
              <a:rPr lang="en-IN" dirty="0"/>
              <a:t>Integrate real-time HR databases.</a:t>
            </a:r>
          </a:p>
          <a:p>
            <a:r>
              <a:rPr lang="en-IN" dirty="0"/>
              <a:t>Add employee sentiment analysis.</a:t>
            </a:r>
          </a:p>
          <a:p>
            <a:r>
              <a:rPr lang="en-IN" dirty="0"/>
              <a:t>Develop automated and AI-based retention recommendations.</a:t>
            </a:r>
          </a:p>
          <a:p>
            <a:r>
              <a:rPr lang="en-IN" dirty="0"/>
              <a:t>Deploy mobile-friendly executive dashboards.</a:t>
            </a:r>
          </a:p>
          <a:p>
            <a:pPr marL="0" indent="0">
              <a:buNone/>
            </a:pPr>
            <a:endParaRPr lang="en-GB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Microsoft Power BI Documentation</a:t>
            </a:r>
          </a:p>
          <a:p>
            <a:r>
              <a:rPr lang="en-US" dirty="0"/>
              <a:t>HR Analytics Research Papers</a:t>
            </a:r>
          </a:p>
          <a:p>
            <a:r>
              <a:rPr lang="en-US" dirty="0"/>
              <a:t>Employee Attrition Case Studies</a:t>
            </a:r>
          </a:p>
          <a:p>
            <a:r>
              <a:rPr lang="en-US" dirty="0"/>
              <a:t>Online Data Analytics Learning Resources</a:t>
            </a: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975</Words>
  <Application>Microsoft Office PowerPoint</Application>
  <PresentationFormat>Widescreen</PresentationFormat>
  <Paragraphs>65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Approach:</vt:lpstr>
      <vt:lpstr>PowerPoint Presentation</vt:lpstr>
      <vt:lpstr>Algorithm &amp; Deployment:</vt:lpstr>
      <vt:lpstr>Algorithm &amp; Deployment:</vt:lpstr>
      <vt:lpstr>Result:</vt:lpstr>
      <vt:lpstr>Result:</vt:lpstr>
      <vt:lpstr>Result and KEY FINDINGS: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Meghana Vummenthala</cp:lastModifiedBy>
  <cp:revision>110</cp:revision>
  <dcterms:created xsi:type="dcterms:W3CDTF">2024-05-21T11:55:00Z</dcterms:created>
  <dcterms:modified xsi:type="dcterms:W3CDTF">2026-03-15T01:24:24Z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